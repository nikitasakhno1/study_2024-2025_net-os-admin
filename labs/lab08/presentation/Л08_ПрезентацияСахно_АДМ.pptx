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3" r:id="rId13"/>
    <p:sldId id="274" r:id="rId14"/>
    <p:sldId id="275" r:id="rId15"/>
    <p:sldId id="276" r:id="rId16"/>
    <p:sldId id="277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№8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Приобретение практических навыков по установке и конфигурированию SMTP-сервера.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Установить на виртуальной машине </a:t>
            </a:r>
            <a:r>
              <a:rPr lang="ru-RU" dirty="0" err="1"/>
              <a:t>server</a:t>
            </a:r>
            <a:r>
              <a:rPr lang="ru-RU" dirty="0"/>
              <a:t> SMTP-сервер </a:t>
            </a:r>
            <a:r>
              <a:rPr lang="ru-RU" dirty="0" err="1"/>
              <a:t>postfix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Сделать первоначальную настройку </a:t>
            </a:r>
            <a:r>
              <a:rPr lang="ru-RU" dirty="0" err="1"/>
              <a:t>postfix</a:t>
            </a:r>
            <a:r>
              <a:rPr lang="ru-RU" dirty="0"/>
              <a:t> при помощи утилиты </a:t>
            </a:r>
            <a:r>
              <a:rPr lang="ru-RU" dirty="0" err="1"/>
              <a:t>postconf</a:t>
            </a:r>
            <a:r>
              <a:rPr lang="ru-RU" dirty="0"/>
              <a:t>, задав отправку писем не на локальный хост, а на сервер в домене.</a:t>
            </a:r>
          </a:p>
          <a:p>
            <a:pPr lvl="0"/>
            <a:r>
              <a:rPr lang="ru-RU" dirty="0"/>
              <a:t>Проверить отправку почты с сервера и клиента.</a:t>
            </a:r>
          </a:p>
          <a:p>
            <a:pPr lvl="0"/>
            <a:r>
              <a:rPr lang="ru-RU" dirty="0"/>
              <a:t>Сконфигурировать </a:t>
            </a:r>
            <a:r>
              <a:rPr lang="ru-RU" dirty="0" err="1"/>
              <a:t>Postfix</a:t>
            </a:r>
            <a:r>
              <a:rPr lang="ru-RU" dirty="0"/>
              <a:t> для работы в домене. Проверить отправку почты с сервера и клиента.</a:t>
            </a:r>
          </a:p>
          <a:p>
            <a:pPr lvl="0"/>
            <a:r>
              <a:rPr lang="ru-RU" dirty="0"/>
              <a:t>Написать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установке и настройке </a:t>
            </a:r>
            <a:r>
              <a:rPr lang="ru-RU" dirty="0" err="1"/>
              <a:t>Postfix</a:t>
            </a:r>
            <a:r>
              <a:rPr lang="ru-RU" dirty="0"/>
              <a:t> во внутреннем окружении виртуальной машины </a:t>
            </a:r>
            <a:r>
              <a:rPr lang="ru-RU" dirty="0" err="1"/>
              <a:t>server</a:t>
            </a:r>
            <a:r>
              <a:rPr lang="ru-RU" dirty="0"/>
              <a:t>. Соответствующим образом внесите изменения в </a:t>
            </a:r>
            <a:r>
              <a:rPr lang="ru-RU" dirty="0" err="1"/>
              <a:t>Vagrantfile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Picture" descr="Установка пакетов" title="fig:">
            <a:extLst>
              <a:ext uri="{FF2B5EF4-FFF2-40B4-BE49-F238E27FC236}">
                <a16:creationId xmlns:a16="http://schemas.microsoft.com/office/drawing/2014/main" id="{9A90BCBB-6DE8-5F6C-751E-EFE3D601006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3514"/>
          <a:stretch/>
        </p:blipFill>
        <p:spPr bwMode="auto">
          <a:xfrm>
            <a:off x="633999" y="1358783"/>
            <a:ext cx="6912217" cy="3616751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Установка пакетов" title="fig:">
            <a:extLst>
              <a:ext uri="{FF2B5EF4-FFF2-40B4-BE49-F238E27FC236}">
                <a16:creationId xmlns:a16="http://schemas.microsoft.com/office/drawing/2014/main" id="{81D45292-B1C2-1411-38CC-83A806A1483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3521"/>
          <a:stretch/>
        </p:blipFill>
        <p:spPr bwMode="auto">
          <a:xfrm>
            <a:off x="633999" y="816394"/>
            <a:ext cx="6912217" cy="470153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97B5A5-7D36-F18F-2790-56E408378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2059524"/>
            <a:ext cx="10916463" cy="2183291"/>
          </a:xfrm>
          <a:prstGeom prst="rect">
            <a:avLst/>
          </a:prstGeom>
          <a:noFill/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" descr="postconf" title="fig:">
            <a:extLst>
              <a:ext uri="{FF2B5EF4-FFF2-40B4-BE49-F238E27FC236}">
                <a16:creationId xmlns:a16="http://schemas.microsoft.com/office/drawing/2014/main" id="{3070D00E-71A0-05A6-B03C-A497EEED1BD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4872"/>
          <a:stretch/>
        </p:blipFill>
        <p:spPr bwMode="auto">
          <a:xfrm>
            <a:off x="635457" y="640080"/>
            <a:ext cx="8416110" cy="36027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Шрифт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20B3AD-FE10-E412-2A90-7A6E7CA75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8895647" cy="3602736"/>
          </a:xfrm>
          <a:prstGeom prst="rect">
            <a:avLst/>
          </a:prstGeom>
          <a:noFill/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Изменение параметров Postfix" title="fig:">
            <a:extLst>
              <a:ext uri="{FF2B5EF4-FFF2-40B4-BE49-F238E27FC236}">
                <a16:creationId xmlns:a16="http://schemas.microsoft.com/office/drawing/2014/main" id="{C147B7A4-C4B2-81AC-7991-EFFE9CCEF5C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8264"/>
          <a:stretch/>
        </p:blipFill>
        <p:spPr bwMode="auto">
          <a:xfrm>
            <a:off x="635457" y="1186796"/>
            <a:ext cx="10916463" cy="3056019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DFC84E-B136-3124-F87F-9125482C9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650" y="1047488"/>
            <a:ext cx="10284036" cy="2391039"/>
          </a:xfrm>
          <a:prstGeom prst="rect">
            <a:avLst/>
          </a:prstGeom>
          <a:noFill/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0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29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29F043-CE6B-0903-ECA2-242F82F50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056" y="640081"/>
            <a:ext cx="6784102" cy="5054156"/>
          </a:xfrm>
          <a:prstGeom prst="rect">
            <a:avLst/>
          </a:prstGeom>
          <a:noFill/>
        </p:spPr>
      </p:pic>
      <p:cxnSp>
        <p:nvCxnSpPr>
          <p:cNvPr id="42" name="Straight Connector 31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33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2E559-7ABB-0A93-3015-8D7E7389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EDA37-71C9-31EA-46AA-BDE7254D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Шрифт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21CB4E-D525-C0B6-039A-43AF42717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635" y="640081"/>
            <a:ext cx="6806944" cy="505415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80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D63A7-53C0-DD75-053B-8173804B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344ED-076C-7202-F5DD-A18879593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" descr="Изменение конфигураций Postfix" title="fig:">
            <a:extLst>
              <a:ext uri="{FF2B5EF4-FFF2-40B4-BE49-F238E27FC236}">
                <a16:creationId xmlns:a16="http://schemas.microsoft.com/office/drawing/2014/main" id="{5D1AC239-48FF-B1BA-4141-0C8D8072C41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32660"/>
          <a:stretch/>
        </p:blipFill>
        <p:spPr bwMode="auto">
          <a:xfrm>
            <a:off x="633999" y="1935401"/>
            <a:ext cx="6912217" cy="2463515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768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F3D8B-B2EB-5FDD-D438-CB21A4CB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A1F69-D38F-D204-0456-DADE2637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Шрифт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5C8013-2774-9D1A-28A0-79E2A904E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66"/>
          <a:stretch>
            <a:fillRect/>
          </a:stretch>
        </p:blipFill>
        <p:spPr bwMode="auto">
          <a:xfrm>
            <a:off x="633999" y="1472620"/>
            <a:ext cx="6912217" cy="3389078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960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54F60-D9C3-0F76-BEB4-54F93315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231C9-AD3F-81B6-3ADE-6C8B52A4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№3</a:t>
            </a:r>
          </a:p>
        </p:txBody>
      </p:sp>
      <p:pic>
        <p:nvPicPr>
          <p:cNvPr id="5" name="Picture" descr="Команды" title="fig:">
            <a:extLst>
              <a:ext uri="{FF2B5EF4-FFF2-40B4-BE49-F238E27FC236}">
                <a16:creationId xmlns:a16="http://schemas.microsoft.com/office/drawing/2014/main" id="{31928209-7819-A430-3AF3-A7664CBA75B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27121"/>
          <a:stretch/>
        </p:blipFill>
        <p:spPr bwMode="auto">
          <a:xfrm>
            <a:off x="635457" y="2295562"/>
            <a:ext cx="10916463" cy="1947253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05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79415-2B23-0725-DABE-646B1A83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8B32C-5D73-C908-C9BF-12EAC871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" descr="Редактирование файла" title="fig:">
            <a:extLst>
              <a:ext uri="{FF2B5EF4-FFF2-40B4-BE49-F238E27FC236}">
                <a16:creationId xmlns:a16="http://schemas.microsoft.com/office/drawing/2014/main" id="{1294888E-0C3C-00B2-EF54-630D5186640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5457" y="640080"/>
            <a:ext cx="4434135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513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выполнения данной лабораторной работы я приобрел практические навыки по установке и конфигурированию SMTP-сервера.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</TotalTime>
  <Words>158</Words>
  <Application>Microsoft Office PowerPoint</Application>
  <PresentationFormat>Широкоэкранный</PresentationFormat>
  <Paragraphs>26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Calibri</vt:lpstr>
      <vt:lpstr>Calibri Light</vt:lpstr>
      <vt:lpstr>Ретро</vt:lpstr>
      <vt:lpstr>Лабораторная работа №8</vt:lpstr>
      <vt:lpstr>Цель</vt:lpstr>
      <vt:lpstr>Задания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№3</vt:lpstr>
      <vt:lpstr>Задание №3</vt:lpstr>
      <vt:lpstr>Задание №3</vt:lpstr>
      <vt:lpstr>Задание №3</vt:lpstr>
      <vt:lpstr>Задание №3</vt:lpstr>
      <vt:lpstr>Задание №4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2026-02-12T08:24:57Z</dcterms:modified>
</cp:coreProperties>
</file>