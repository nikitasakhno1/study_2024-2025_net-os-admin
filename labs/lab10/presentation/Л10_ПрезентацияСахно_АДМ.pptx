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3" r:id="rId13"/>
    <p:sldId id="275" r:id="rId14"/>
    <p:sldId id="276" r:id="rId15"/>
    <p:sldId id="277" r:id="rId16"/>
    <p:sldId id="278" r:id="rId17"/>
    <p:sldId id="279" r:id="rId18"/>
    <p:sldId id="270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№10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по конфигурированию SMTP-сервера в части настройки аутентификации.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Настроить </a:t>
            </a:r>
            <a:r>
              <a:rPr lang="ru-RU" dirty="0" err="1"/>
              <a:t>Dovecot</a:t>
            </a:r>
            <a:r>
              <a:rPr lang="ru-RU" dirty="0"/>
              <a:t> для работы с LMTP.</a:t>
            </a:r>
          </a:p>
          <a:p>
            <a:pPr lvl="0"/>
            <a:r>
              <a:rPr lang="ru-RU" dirty="0"/>
              <a:t>Настроить аутентификацию посредством SASL на SMTP-сервере.</a:t>
            </a:r>
          </a:p>
          <a:p>
            <a:pPr lvl="0"/>
            <a:r>
              <a:rPr lang="ru-RU" dirty="0"/>
              <a:t>Настроить работу SMTP-сервера поверх TLS.</a:t>
            </a:r>
          </a:p>
          <a:p>
            <a:pPr lvl="0"/>
            <a:r>
              <a:rPr lang="ru-RU" dirty="0"/>
              <a:t>Скорректировать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расширенной настройки SMTP-сервера во внутреннем окружении виртуальной машины </a:t>
            </a:r>
            <a:r>
              <a:rPr lang="ru-RU" dirty="0" err="1"/>
              <a:t>server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6E4BFB-1761-FE68-7D0A-47700A871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9" r="-1" b="19421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57B721E1-594A-4E45-D51F-EA2BF4AA0CA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7634" r="7524" b="-1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FA0B5F58-A60E-C097-A72F-7B4B433A0A9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r="-1" b="32989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F6833897-49FC-DB11-F89D-C210C9D9CEB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l="22485" r="22217" b="1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Задание</a:t>
            </a:r>
            <a:r>
              <a:rPr lang="en-US" sz="3600" dirty="0">
                <a:solidFill>
                  <a:srgbClr val="FFFFFF"/>
                </a:solidFill>
              </a:rPr>
              <a:t> №</a:t>
            </a:r>
            <a:r>
              <a:rPr lang="ru-RU" sz="3600" dirty="0">
                <a:solidFill>
                  <a:srgbClr val="FFFFFF"/>
                </a:solidFill>
              </a:rPr>
              <a:t>1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3D0E40-85EE-8389-3300-71745218A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CD9560-77D4-C71C-6CC0-F133F4C8D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268" y="2709154"/>
            <a:ext cx="5718867" cy="7664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268EFA76-120F-7111-F5E1-72723C17271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r="-1" b="42852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Объект 5" descr="Изображение выглядит как текст, снимок экрана, Шриф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6C4FD3-E4EF-E700-ECDF-9ED080750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r="33130" b="-1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54D6A3E7-B4F7-F7A4-1056-952C8ADFF71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r="6067" b="-1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00083-1FE0-AE5A-EEFD-FE8EECDC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B732B3-E302-332C-D64C-1C847C85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478F1A-15CE-F6D5-A544-6E6214D98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39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04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3B16A-AD0D-48E6-2B5E-E859496C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88D99-EDCE-75B8-20DF-31F0C6D69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Picture" descr="Настройка SMTP over TLS" title="fig:">
            <a:extLst>
              <a:ext uri="{FF2B5EF4-FFF2-40B4-BE49-F238E27FC236}">
                <a16:creationId xmlns:a16="http://schemas.microsoft.com/office/drawing/2014/main" id="{3DBFBFAD-4A7C-D70B-622C-B0FF26B42C4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7338" r="8726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11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AC3CC-0511-3302-6718-3A0B89F0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61B73-84EA-EE56-C75C-3772D56E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Picture" descr="Редактирование файла" title="fig:">
            <a:extLst>
              <a:ext uri="{FF2B5EF4-FFF2-40B4-BE49-F238E27FC236}">
                <a16:creationId xmlns:a16="http://schemas.microsoft.com/office/drawing/2014/main" id="{AB832D49-EFE2-C624-0860-DF42F536871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t="31953" r="-1" b="-1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643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F63EE-2FB7-DCF9-E20A-BA3867FF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A9C38-F99F-7F2B-5ED9-512F3583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Picture" descr="Настройка межсетевого экрана" title="fig:">
            <a:extLst>
              <a:ext uri="{FF2B5EF4-FFF2-40B4-BE49-F238E27FC236}">
                <a16:creationId xmlns:a16="http://schemas.microsoft.com/office/drawing/2014/main" id="{4BF405A5-EEBE-63E5-4E6B-C5AA8911904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435" r="-1" b="27970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83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7558-1098-6C0F-5A1C-DE799794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B74B9-0F6A-1F18-9F28-59C1D05F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E3F9F1-D6BC-E666-2E8C-905206A3C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" descr="openssl" title="fig:">
            <a:extLst>
              <a:ext uri="{FF2B5EF4-FFF2-40B4-BE49-F238E27FC236}">
                <a16:creationId xmlns:a16="http://schemas.microsoft.com/office/drawing/2014/main" id="{F428D48B-8677-DD96-A33A-ED59B2473763}"/>
              </a:ext>
            </a:extLst>
          </p:cNvPr>
          <p:cNvPicPr/>
          <p:nvPr/>
        </p:nvPicPr>
        <p:blipFill rotWithShape="1">
          <a:blip r:embed="rId2"/>
          <a:srcRect t="16975" b="30554"/>
          <a:stretch/>
        </p:blipFill>
        <p:spPr bwMode="auto">
          <a:xfrm>
            <a:off x="2626477" y="2352374"/>
            <a:ext cx="7312385" cy="16912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0617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AD9BD-6394-73D7-1504-49A8D5EB9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8515A-65D1-790B-ED61-86CA1ABD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5" name="Picture" descr="Редактирование файла" title="fig:">
            <a:extLst>
              <a:ext uri="{FF2B5EF4-FFF2-40B4-BE49-F238E27FC236}">
                <a16:creationId xmlns:a16="http://schemas.microsoft.com/office/drawing/2014/main" id="{5E803DF8-6CB7-01F6-9836-6B746F7F6B0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r="-1" b="54790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003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CBDD444F-82F6-08DE-7FAA-932B40C1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Приведите пример задания формата аутентификации пользователя в </a:t>
            </a:r>
            <a:r>
              <a:rPr lang="ru-RU" dirty="0" err="1"/>
              <a:t>Dovecot</a:t>
            </a:r>
            <a:r>
              <a:rPr lang="ru-RU" dirty="0"/>
              <a:t> в форме логина с указанием домена.</a:t>
            </a:r>
          </a:p>
          <a:p>
            <a:r>
              <a:rPr lang="ru-RU" dirty="0" err="1"/>
              <a:t>auth_username_format</a:t>
            </a:r>
            <a:r>
              <a:rPr lang="ru-RU" dirty="0"/>
              <a:t> = %</a:t>
            </a:r>
            <a:r>
              <a:rPr lang="ru-RU" dirty="0" err="1"/>
              <a:t>Lu%d</a:t>
            </a:r>
            <a:endParaRPr lang="ru-RU" dirty="0"/>
          </a:p>
          <a:p>
            <a:pPr lvl="0"/>
            <a:r>
              <a:rPr lang="ru-RU" dirty="0"/>
              <a:t>Какие функции выполняет почтовый </a:t>
            </a:r>
            <a:r>
              <a:rPr lang="ru-RU" dirty="0" err="1"/>
              <a:t>Relay</a:t>
            </a:r>
            <a:r>
              <a:rPr lang="ru-RU" dirty="0"/>
              <a:t>-сервер?</a:t>
            </a:r>
          </a:p>
          <a:p>
            <a:r>
              <a:rPr lang="ru-RU" dirty="0"/>
              <a:t>обеспечивает приём сообщения, временное хранение (часто не больше нескольких минут в случае мгновенных сообщений, до недели в случае электронной почты), пересылку сообщения узлу-получателю (или следующему </a:t>
            </a:r>
            <a:r>
              <a:rPr lang="ru-RU" dirty="0" err="1"/>
              <a:t>релею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Какие угрозы безопасности могут возникнуть в случае настройки почтового сервера как </a:t>
            </a:r>
            <a:r>
              <a:rPr lang="ru-RU" dirty="0" err="1"/>
              <a:t>Relay</a:t>
            </a:r>
            <a:r>
              <a:rPr lang="ru-RU" dirty="0"/>
              <a:t>-сервера?</a:t>
            </a:r>
          </a:p>
          <a:p>
            <a:r>
              <a:rPr lang="ru-RU" dirty="0"/>
              <a:t>спам, перехват и изменение электронных сообщений.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26B7652-2B72-FEF3-EF69-D61B8A38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585969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выполнения данной лабораторной работы я приобрел практические навыки по конфигурированию SMTP-сервера в части настройки аутентификации.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</TotalTime>
  <Words>208</Words>
  <Application>Microsoft Office PowerPoint</Application>
  <PresentationFormat>Широкоэкранный</PresentationFormat>
  <Paragraphs>33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Calibri</vt:lpstr>
      <vt:lpstr>Calibri Light</vt:lpstr>
      <vt:lpstr>Ретро</vt:lpstr>
      <vt:lpstr>Лабораторная работа №10</vt:lpstr>
      <vt:lpstr>Цель</vt:lpstr>
      <vt:lpstr>Задания</vt:lpstr>
      <vt:lpstr>Задание №1</vt:lpstr>
      <vt:lpstr>Задание №1</vt:lpstr>
      <vt:lpstr>Задание №1</vt:lpstr>
      <vt:lpstr>Задание №1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Контрольные вопросы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25</cp:revision>
  <dcterms:created xsi:type="dcterms:W3CDTF">2023-10-14T19:58:32Z</dcterms:created>
  <dcterms:modified xsi:type="dcterms:W3CDTF">2026-02-12T10:53:51Z</dcterms:modified>
</cp:coreProperties>
</file>