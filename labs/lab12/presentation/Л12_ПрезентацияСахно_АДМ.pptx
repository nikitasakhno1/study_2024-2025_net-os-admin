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Получить навыки по управлению системным временем и настройке синхронизации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Изучить команды по настройке параметров времени.</a:t>
            </a:r>
          </a:p>
          <a:p>
            <a:pPr lvl="0"/>
            <a:r>
              <a:rPr lang="ru-RU" dirty="0"/>
              <a:t>Настроить сервер в качестве сервера синхронизации времени для локальной сети.</a:t>
            </a:r>
          </a:p>
          <a:p>
            <a:pPr lvl="0"/>
            <a:r>
              <a:rPr lang="ru-RU" dirty="0"/>
              <a:t>Написать скрипты для </a:t>
            </a:r>
            <a:r>
              <a:rPr lang="ru-RU" dirty="0" err="1"/>
              <a:t>Vagrant</a:t>
            </a:r>
            <a:r>
              <a:rPr lang="ru-RU" dirty="0"/>
              <a:t>, фиксирующие действия по установке и настройке NTP-сервера и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666118-3FA7-5638-2ED5-F1EC60ACB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9623" y="932016"/>
            <a:ext cx="5540090" cy="2506511"/>
          </a:xfrm>
          <a:prstGeom prst="rect">
            <a:avLst/>
          </a:prstGeom>
          <a:noFill/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1550AD-CDDE-8B35-A97F-C1077B3D9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32947" y="932016"/>
            <a:ext cx="6113441" cy="2506511"/>
          </a:xfrm>
          <a:prstGeom prst="rect">
            <a:avLst/>
          </a:prstGeom>
          <a:noFill/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BE8ABF-83F4-6294-163F-6EC1D6760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650" y="1278878"/>
            <a:ext cx="10284036" cy="2159648"/>
          </a:xfrm>
          <a:prstGeom prst="rect">
            <a:avLst/>
          </a:prstGeom>
          <a:noFill/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" descr="Редактирование фпйла" title="fig:">
            <a:extLst>
              <a:ext uri="{FF2B5EF4-FFF2-40B4-BE49-F238E27FC236}">
                <a16:creationId xmlns:a16="http://schemas.microsoft.com/office/drawing/2014/main" id="{82CC42A8-A8DD-3887-752D-FA0647EC8A6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47650" y="1021778"/>
            <a:ext cx="10284036" cy="2416748"/>
          </a:xfrm>
          <a:prstGeom prst="rect">
            <a:avLst/>
          </a:prstGeom>
          <a:noFill/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239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Задание</a:t>
            </a:r>
            <a:r>
              <a:rPr lang="en-US" sz="3600" dirty="0">
                <a:solidFill>
                  <a:srgbClr val="FFFFFF"/>
                </a:solidFill>
              </a:rPr>
              <a:t> №</a:t>
            </a:r>
            <a:r>
              <a:rPr lang="ru-RU" sz="3600" dirty="0">
                <a:solidFill>
                  <a:srgbClr val="FFFFFF"/>
                </a:solidFill>
              </a:rPr>
              <a:t>2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283343-C287-C964-9261-EF76066E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C687F0-B9C5-11C4-F4DB-EFAFA8CA6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275" y="2247539"/>
            <a:ext cx="8527569" cy="1550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9C525F-B395-5195-DC9B-CEF29CCEE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72315" y="932016"/>
            <a:ext cx="7234705" cy="2506511"/>
          </a:xfrm>
          <a:prstGeom prst="rect">
            <a:avLst/>
          </a:prstGeom>
          <a:noFill/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FEECA9-4066-D0DD-6729-DE1394402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650" y="1150330"/>
            <a:ext cx="10284036" cy="2288197"/>
          </a:xfrm>
          <a:prstGeom prst="rect">
            <a:avLst/>
          </a:prstGeom>
          <a:noFill/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078C204E-20EE-C639-2EF2-0F811304AE6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61583" y="932016"/>
            <a:ext cx="3856169" cy="2506511"/>
          </a:xfrm>
          <a:prstGeom prst="rect">
            <a:avLst/>
          </a:prstGeom>
          <a:noFill/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В процессе выполнения данной лабораторной работы я получил навыки по управлению системным временем и настройке синхронизации времени.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</TotalTime>
  <Words>100</Words>
  <Application>Microsoft Office PowerPoint</Application>
  <PresentationFormat>Широкоэкранный</PresentationFormat>
  <Paragraphs>19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Ретро</vt:lpstr>
      <vt:lpstr>Лабораторная работа №12</vt:lpstr>
      <vt:lpstr>Цель</vt:lpstr>
      <vt:lpstr>Задания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2026-02-12T12:14:05Z</dcterms:modified>
</cp:coreProperties>
</file>