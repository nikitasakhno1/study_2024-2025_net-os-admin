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7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по настройке удалённого доступа к серверу с помощью SSH.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Настроить запрет удалённого доступа на сервер по SSH для пользователя </a:t>
            </a:r>
            <a:r>
              <a:rPr lang="ru-RU" dirty="0" err="1"/>
              <a:t>root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Настроить разрешение удалённого доступа к серверу по SSH только для пользователей группы </a:t>
            </a:r>
            <a:r>
              <a:rPr lang="ru-RU" dirty="0" err="1"/>
              <a:t>vagrant</a:t>
            </a:r>
            <a:r>
              <a:rPr lang="ru-RU" dirty="0"/>
              <a:t> и вашего пользователя.</a:t>
            </a:r>
          </a:p>
          <a:p>
            <a:pPr lvl="0"/>
            <a:r>
              <a:rPr lang="ru-RU" dirty="0"/>
              <a:t>Настроить удалённый доступ к серверу по SSH через порт 2022.</a:t>
            </a:r>
          </a:p>
          <a:p>
            <a:pPr lvl="0"/>
            <a:r>
              <a:rPr lang="ru-RU" dirty="0"/>
              <a:t>Настроить удалённый доступ к серверу по SSH по ключу.</a:t>
            </a:r>
          </a:p>
          <a:p>
            <a:r>
              <a:rPr lang="ru-RU" dirty="0"/>
              <a:t>Организовать SSH-туннель с клиента на сервер, перенаправив локальное соединение с TCP-порта 80 на порт 8080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8728AC-A309-4DF9-E624-55A032026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7" r="-1" b="22451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9D65A6-EECB-884D-9029-A11DD1980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EA9929-ADC7-998F-A0C9-099338ED0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494" y="2770638"/>
            <a:ext cx="7985154" cy="8571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7CC65663-0D24-F140-5B0F-C60C9A8173C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r="-1" b="32302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BD0688-95AA-0C49-5AFC-BC14E72E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A0C481-3E93-15DA-D3DA-8EC252416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02" y="2945726"/>
            <a:ext cx="7289898" cy="6496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" descr="Редактирование файла" title="fig:">
            <a:extLst>
              <a:ext uri="{FF2B5EF4-FFF2-40B4-BE49-F238E27FC236}">
                <a16:creationId xmlns:a16="http://schemas.microsoft.com/office/drawing/2014/main" id="{24FBB823-5CA6-F1BE-5CEA-5B15EF220A7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5457" y="640080"/>
            <a:ext cx="6320587" cy="3602736"/>
          </a:xfrm>
          <a:prstGeom prst="rect">
            <a:avLst/>
          </a:prstGeom>
          <a:noFill/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9" name="Объект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A4C010-6121-47DF-FF36-E8F4A82AB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407686"/>
            <a:ext cx="6912217" cy="3518945"/>
          </a:xfrm>
          <a:prstGeom prst="rect">
            <a:avLst/>
          </a:prstGeom>
          <a:noFill/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A4C40649-23F6-F1AE-28CB-370FE55B392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5457" y="649766"/>
            <a:ext cx="10916463" cy="3593050"/>
          </a:xfrm>
          <a:prstGeom prst="rect">
            <a:avLst/>
          </a:prstGeom>
          <a:noFill/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EA56EB-9F0E-EB64-849E-01A1B30B0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5696026" cy="3602736"/>
          </a:xfrm>
          <a:prstGeom prst="rect">
            <a:avLst/>
          </a:prstGeom>
          <a:noFill/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52DBA-BF53-4139-B897-450055D7E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0B333-E474-8B3E-3209-160EE0B3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054B8E-6580-9EDD-D419-F8F7480D3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8895647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78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FB414-80A1-F6D9-1C66-68B9F336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6438C-934D-B516-3951-4CDCA482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879A68-3ED7-A072-EAFA-BE7D4D652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" descr="Настройка межсетевого экрана" title="fig:">
            <a:extLst>
              <a:ext uri="{FF2B5EF4-FFF2-40B4-BE49-F238E27FC236}">
                <a16:creationId xmlns:a16="http://schemas.microsoft.com/office/drawing/2014/main" id="{5614ED60-9DFC-87F3-CA02-7980DDC8EEA3}"/>
              </a:ext>
            </a:extLst>
          </p:cNvPr>
          <p:cNvPicPr/>
          <p:nvPr/>
        </p:nvPicPr>
        <p:blipFill rotWithShape="1">
          <a:blip r:embed="rId2"/>
          <a:srcRect l="38785"/>
          <a:stretch/>
        </p:blipFill>
        <p:spPr bwMode="auto">
          <a:xfrm>
            <a:off x="4135487" y="2438401"/>
            <a:ext cx="5217060" cy="16915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25601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1C3D2-1794-BBE4-6AB7-6C608BF8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ABCD7-C34D-8AEA-C57A-DB609ACE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349D60-14F6-2574-EFCB-8679F370E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6376525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87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6C31B-470B-BCF9-4C02-30A5B196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4C1BA-E8E4-2078-5831-9C363027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9A9780-0B67-1A0B-3A5F-8687E15D7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Шрифт,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40897A-0834-46E9-9355-CE0DD80EE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2749005"/>
            <a:ext cx="10785870" cy="13599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945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BCE92-6D09-7729-C621-FD40538E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51B95-3E7B-DE73-B6C7-9DCA7573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21D255-8AF5-2AB1-739D-AF207C08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8006081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344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295E9-A55A-407D-E3A7-C2B41589A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67B81-3A7A-0B23-13DA-97FF9C5A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F66EE5-4121-CFEF-2886-A66E39487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5673599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487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0F226-D205-9F4D-3879-8267F953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578CC-CDA8-EA04-892C-C30B35F8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" descr="localhost:8080" title="fig:">
            <a:extLst>
              <a:ext uri="{FF2B5EF4-FFF2-40B4-BE49-F238E27FC236}">
                <a16:creationId xmlns:a16="http://schemas.microsoft.com/office/drawing/2014/main" id="{9C3C1653-1E4B-4CE1-7D38-3D648E2A00EC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55434"/>
          <a:stretch/>
        </p:blipFill>
        <p:spPr bwMode="auto">
          <a:xfrm>
            <a:off x="635457" y="2990070"/>
            <a:ext cx="10916463" cy="1252745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347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CDEAD-E5EA-B2BA-B838-D65E0D66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C50037-DBDA-0B3B-4CB6-44AF6BB08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888729-3D29-E3FC-5482-9561A7A1D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443EB8-0EF1-2AEC-9D71-775AF618F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95F420-6899-C0F4-2FC3-1BA42F96D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3F15F-4A9A-C78A-0822-6B53C78A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D64EDF-2645-84E6-2222-2569AC958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B7259C7-73CC-E114-D141-A2F9191C0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FF565D-D890-2BE5-CBCB-01DC757D8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F4BFFA-84B5-C5EE-CA55-2075E7F28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AD3F4F-AF2B-33AE-F437-16F319D37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436" y="289359"/>
            <a:ext cx="4152900" cy="2547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0105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53F34-BE1E-AC55-683C-5FFED571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D501F-E98F-CB46-33FD-A328FB19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822CFA7F-DA3C-D39D-BCDF-6E6720448F3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337420" y="932016"/>
            <a:ext cx="5504495" cy="2506511"/>
          </a:xfrm>
          <a:prstGeom prst="rect">
            <a:avLst/>
          </a:prstGeom>
          <a:noFill/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87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21B27-7715-6789-A2E5-10007B24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DAE10-5843-2B19-0417-D0FA419E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" descr="Резултат запуска графического приложения через SSH" title="fig:">
            <a:extLst>
              <a:ext uri="{FF2B5EF4-FFF2-40B4-BE49-F238E27FC236}">
                <a16:creationId xmlns:a16="http://schemas.microsoft.com/office/drawing/2014/main" id="{90668D5C-D2F8-9830-0150-ACB0C8F4609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736137" y="932016"/>
            <a:ext cx="4707061" cy="2506511"/>
          </a:xfrm>
          <a:prstGeom prst="rect">
            <a:avLst/>
          </a:prstGeom>
          <a:noFill/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248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41D88-9C81-DE21-CC41-8164035B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D4F4E-2FD3-865C-D778-96680DE9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86AE7E25-26E6-EF8B-5F62-031D2627C68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092448" y="932016"/>
            <a:ext cx="3994439" cy="2506511"/>
          </a:xfrm>
          <a:prstGeom prst="rect">
            <a:avLst/>
          </a:prstGeom>
          <a:noFill/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976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В процессе выполнения данной лабораторной работы я приобрел практические навыки по настройке удалённого доступа к серверу с помощью SSH.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</TotalTime>
  <Words>170</Words>
  <Application>Microsoft Office PowerPoint</Application>
  <PresentationFormat>Широкоэкранный</PresentationFormat>
  <Paragraphs>32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6" baseType="lpstr">
      <vt:lpstr>Calibri</vt:lpstr>
      <vt:lpstr>Calibri Light</vt:lpstr>
      <vt:lpstr>Ретро</vt:lpstr>
      <vt:lpstr>Лабораторная работа №11</vt:lpstr>
      <vt:lpstr>Цель</vt:lpstr>
      <vt:lpstr>Задания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№3</vt:lpstr>
      <vt:lpstr>Задание №3</vt:lpstr>
      <vt:lpstr>Задание №3</vt:lpstr>
      <vt:lpstr>Задание №3</vt:lpstr>
      <vt:lpstr>Задание №3</vt:lpstr>
      <vt:lpstr>Задание №3</vt:lpstr>
      <vt:lpstr>Задание №3</vt:lpstr>
      <vt:lpstr>Задание №3</vt:lpstr>
      <vt:lpstr>Задание №4</vt:lpstr>
      <vt:lpstr>Задание №3</vt:lpstr>
      <vt:lpstr>Задание №4</vt:lpstr>
      <vt:lpstr>Задание №4</vt:lpstr>
      <vt:lpstr>Задание №5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2026-02-12T11:46:35Z</dcterms:modified>
</cp:coreProperties>
</file>