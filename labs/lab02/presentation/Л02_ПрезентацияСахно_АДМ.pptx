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по установке и конфигурированию DNS-сервера, усвоить принципы работы системы доменных имён.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Установите на виртуальной машине </a:t>
            </a:r>
            <a:r>
              <a:rPr lang="ru-RU" dirty="0" err="1"/>
              <a:t>server</a:t>
            </a:r>
            <a:r>
              <a:rPr lang="ru-RU" dirty="0"/>
              <a:t> DNS-сервер </a:t>
            </a:r>
            <a:r>
              <a:rPr lang="ru-RU" dirty="0" err="1"/>
              <a:t>bind</a:t>
            </a:r>
            <a:r>
              <a:rPr lang="ru-RU" dirty="0"/>
              <a:t> и </a:t>
            </a:r>
            <a:r>
              <a:rPr lang="ru-RU" dirty="0" err="1"/>
              <a:t>bind-utils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Сконфигурируйте на виртуальной машине </a:t>
            </a:r>
            <a:r>
              <a:rPr lang="ru-RU" dirty="0" err="1"/>
              <a:t>server</a:t>
            </a:r>
            <a:r>
              <a:rPr lang="ru-RU" dirty="0"/>
              <a:t> кэширующий DNS-сервер.</a:t>
            </a:r>
          </a:p>
          <a:p>
            <a:pPr lvl="0"/>
            <a:r>
              <a:rPr lang="ru-RU" dirty="0"/>
              <a:t>Сконфигурируйте на виртуальной машине </a:t>
            </a:r>
            <a:r>
              <a:rPr lang="ru-RU" dirty="0" err="1"/>
              <a:t>server</a:t>
            </a:r>
            <a:r>
              <a:rPr lang="ru-RU" dirty="0"/>
              <a:t> первичный DNS-сервер.</a:t>
            </a:r>
          </a:p>
          <a:p>
            <a:pPr lvl="0"/>
            <a:r>
              <a:rPr lang="ru-RU" dirty="0"/>
              <a:t>При помощи утилит </a:t>
            </a:r>
            <a:r>
              <a:rPr lang="ru-RU" dirty="0" err="1"/>
              <a:t>dig</a:t>
            </a:r>
            <a:r>
              <a:rPr lang="ru-RU" dirty="0"/>
              <a:t> и </a:t>
            </a:r>
            <a:r>
              <a:rPr lang="ru-RU" dirty="0" err="1"/>
              <a:t>host</a:t>
            </a:r>
            <a:r>
              <a:rPr lang="ru-RU" dirty="0"/>
              <a:t> проанализируйте работу DNS-сервера.</a:t>
            </a:r>
          </a:p>
          <a:p>
            <a:pPr lvl="0"/>
            <a:r>
              <a:rPr lang="ru-RU" dirty="0"/>
              <a:t>Напишите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установке и конфигурированию DNS-сервера во внутреннем окружении виртуальной машины </a:t>
            </a:r>
            <a:r>
              <a:rPr lang="ru-RU" dirty="0" err="1"/>
              <a:t>server</a:t>
            </a:r>
            <a:r>
              <a:rPr lang="ru-RU" dirty="0"/>
              <a:t>. Соответствующим образом внесите изменения в </a:t>
            </a:r>
            <a:r>
              <a:rPr lang="ru-RU" dirty="0" err="1"/>
              <a:t>Vagrantfile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Команда make server-up" title="fig:">
            <a:extLst>
              <a:ext uri="{FF2B5EF4-FFF2-40B4-BE49-F238E27FC236}">
                <a16:creationId xmlns:a16="http://schemas.microsoft.com/office/drawing/2014/main" id="{46BAD4E7-8FE9-323A-859F-5AFFB3F4E4A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5205"/>
          <a:stretch/>
        </p:blipFill>
        <p:spPr bwMode="auto">
          <a:xfrm>
            <a:off x="635457" y="640080"/>
            <a:ext cx="8812009" cy="36027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№1</a:t>
            </a:r>
          </a:p>
        </p:txBody>
      </p:sp>
      <p:pic>
        <p:nvPicPr>
          <p:cNvPr id="4" name="Picture" descr="Команда dig" title="fig:">
            <a:extLst>
              <a:ext uri="{FF2B5EF4-FFF2-40B4-BE49-F238E27FC236}">
                <a16:creationId xmlns:a16="http://schemas.microsoft.com/office/drawing/2014/main" id="{C7BEA1E4-F31D-0E64-FD77-6EF0B6DDECB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6240"/>
          <a:stretch/>
        </p:blipFill>
        <p:spPr bwMode="auto">
          <a:xfrm>
            <a:off x="635457" y="640080"/>
            <a:ext cx="7354080" cy="36027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Изменение скрипта" title="fig:">
            <a:extLst>
              <a:ext uri="{FF2B5EF4-FFF2-40B4-BE49-F238E27FC236}">
                <a16:creationId xmlns:a16="http://schemas.microsoft.com/office/drawing/2014/main" id="{11EF943D-EF21-9110-1C2C-732CCE173B6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r="-1" b="29405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Задание №2</a:t>
            </a:r>
          </a:p>
        </p:txBody>
      </p:sp>
      <p:pic>
        <p:nvPicPr>
          <p:cNvPr id="4" name="Picture" descr="Изменение скрипта" title="fig:">
            <a:extLst>
              <a:ext uri="{FF2B5EF4-FFF2-40B4-BE49-F238E27FC236}">
                <a16:creationId xmlns:a16="http://schemas.microsoft.com/office/drawing/2014/main" id="{A037425B-0E3C-8DEA-BF21-72146A08CCD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2880"/>
          <a:stretch/>
        </p:blipFill>
        <p:spPr bwMode="auto">
          <a:xfrm>
            <a:off x="1379621" y="2290763"/>
            <a:ext cx="7210451" cy="36287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E1E3E10-97E2-0EF7-AFE8-0AA135642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" descr="Изменение скрипта" title="fig:">
            <a:extLst>
              <a:ext uri="{FF2B5EF4-FFF2-40B4-BE49-F238E27FC236}">
                <a16:creationId xmlns:a16="http://schemas.microsoft.com/office/drawing/2014/main" id="{33F69E88-9F5B-4675-1AF9-C2F6DFC4830A}"/>
              </a:ext>
            </a:extLst>
          </p:cNvPr>
          <p:cNvPicPr/>
          <p:nvPr/>
        </p:nvPicPr>
        <p:blipFill rotWithShape="1">
          <a:blip r:embed="rId2"/>
          <a:srcRect l="38413" b="26892"/>
          <a:stretch/>
        </p:blipFill>
        <p:spPr bwMode="auto">
          <a:xfrm>
            <a:off x="721085" y="1649187"/>
            <a:ext cx="10836915" cy="39804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Изменение скрипта" title="fig:">
            <a:extLst>
              <a:ext uri="{FF2B5EF4-FFF2-40B4-BE49-F238E27FC236}">
                <a16:creationId xmlns:a16="http://schemas.microsoft.com/office/drawing/2014/main" id="{E5D46644-6C82-BF35-592A-46E968DD501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35893"/>
          <a:stretch>
            <a:fillRect/>
          </a:stretch>
        </p:blipFill>
        <p:spPr bwMode="auto">
          <a:xfrm>
            <a:off x="635457" y="1303562"/>
            <a:ext cx="10916463" cy="2939253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64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3A8B149-D7C4-D219-1BDC-46B824C0C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331808"/>
            <a:ext cx="6257544" cy="387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Запуск расширенного лога системных сообщений" title="fig:">
            <a:extLst>
              <a:ext uri="{FF2B5EF4-FFF2-40B4-BE49-F238E27FC236}">
                <a16:creationId xmlns:a16="http://schemas.microsoft.com/office/drawing/2014/main" id="{DE7321E8-7044-3EF7-8115-3FFEB3D4B255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85354"/>
          <a:stretch>
            <a:fillRect/>
          </a:stretch>
        </p:blipFill>
        <p:spPr bwMode="auto">
          <a:xfrm>
            <a:off x="635457" y="2598780"/>
            <a:ext cx="10916463" cy="16440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BDD444F-82F6-08DE-7FAA-932B40C1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" descr="Перезапуск сервера" title="fig:">
            <a:extLst>
              <a:ext uri="{FF2B5EF4-FFF2-40B4-BE49-F238E27FC236}">
                <a16:creationId xmlns:a16="http://schemas.microsoft.com/office/drawing/2014/main" id="{B9F72B1A-B9AE-3E77-86BA-548948D162B2}"/>
              </a:ext>
            </a:extLst>
          </p:cNvPr>
          <p:cNvPicPr/>
          <p:nvPr/>
        </p:nvPicPr>
        <p:blipFill rotWithShape="1">
          <a:blip r:embed="rId2"/>
          <a:srcRect l="36768" t="-4030" r="1" b="11855"/>
          <a:stretch/>
        </p:blipFill>
        <p:spPr bwMode="auto">
          <a:xfrm>
            <a:off x="4727473" y="3093469"/>
            <a:ext cx="5010084" cy="16277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8596946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116</Words>
  <Application>Microsoft Office PowerPoint</Application>
  <PresentationFormat>Широкоэкранный</PresentationFormat>
  <Paragraphs>20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Ретро</vt:lpstr>
      <vt:lpstr>Лабораторная работа №2</vt:lpstr>
      <vt:lpstr>Цель</vt:lpstr>
      <vt:lpstr>Задания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20</cp:revision>
  <dcterms:created xsi:type="dcterms:W3CDTF">2023-10-14T19:58:32Z</dcterms:created>
  <dcterms:modified xsi:type="dcterms:W3CDTF">2026-02-09T19:14:08Z</dcterms:modified>
</cp:coreProperties>
</file>