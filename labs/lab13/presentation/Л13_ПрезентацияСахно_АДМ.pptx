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навыки настройки сервера NFS для удалённого доступа к ресурсам.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Установить и настроить сервер NFSv4.</a:t>
            </a:r>
          </a:p>
          <a:p>
            <a:pPr lvl="0"/>
            <a:r>
              <a:rPr lang="ru-RU" dirty="0" err="1"/>
              <a:t>Подмонтировать</a:t>
            </a:r>
            <a:r>
              <a:rPr lang="ru-RU" dirty="0"/>
              <a:t> удалённый ресурс на клиенте.</a:t>
            </a:r>
          </a:p>
          <a:p>
            <a:pPr lvl="0"/>
            <a:r>
              <a:rPr lang="ru-RU" dirty="0"/>
              <a:t>Подключить каталог с контентом веб-сервера к дереву NFS.</a:t>
            </a:r>
          </a:p>
          <a:p>
            <a:pPr lvl="0"/>
            <a:r>
              <a:rPr lang="ru-RU" dirty="0"/>
              <a:t>Подключить каталог для удалённой работы вашего пользователя к дереву NFS.</a:t>
            </a:r>
          </a:p>
          <a:p>
            <a:r>
              <a:rPr lang="ru-RU" dirty="0"/>
              <a:t>Написать скрипты для </a:t>
            </a:r>
            <a:r>
              <a:rPr lang="ru-RU" dirty="0" err="1"/>
              <a:t>Vagrant</a:t>
            </a:r>
            <a:r>
              <a:rPr lang="ru-RU" dirty="0"/>
              <a:t>, фиксирующие действия по установке и настройке сервера NFSv4 во внутреннем окружении виртуальных машин </a:t>
            </a:r>
            <a:r>
              <a:rPr lang="ru-RU" dirty="0" err="1"/>
              <a:t>server</a:t>
            </a:r>
            <a:r>
              <a:rPr lang="ru-RU" dirty="0"/>
              <a:t> и </a:t>
            </a:r>
            <a:r>
              <a:rPr lang="ru-RU" dirty="0" err="1"/>
              <a:t>client</a:t>
            </a:r>
            <a:r>
              <a:rPr lang="ru-RU" dirty="0"/>
              <a:t>. Соответствующим образом внести изменения в </a:t>
            </a:r>
            <a:r>
              <a:rPr lang="ru-RU" dirty="0" err="1"/>
              <a:t>Vagrantfile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5" name="Объект 4" descr="Изображение выглядит как текст, снимок экрана, Шрифт, меню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AF1298-8EF5-BAB7-1F4A-477A50DE3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3305" y="643538"/>
            <a:ext cx="7866490" cy="3618586"/>
          </a:xfrm>
          <a:prstGeom prst="rect">
            <a:avLst/>
          </a:prstGeom>
          <a:noFill/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24E8EF-F0D4-B023-73D3-C689643D1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91905" y="643538"/>
            <a:ext cx="6609290" cy="3618586"/>
          </a:xfrm>
          <a:prstGeom prst="rect">
            <a:avLst/>
          </a:prstGeom>
          <a:noFill/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80F872-AC06-8B7B-14FB-98ECAECA1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868692"/>
            <a:ext cx="10925102" cy="3168278"/>
          </a:xfrm>
          <a:prstGeom prst="rect">
            <a:avLst/>
          </a:prstGeom>
          <a:noFill/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6" name="Объект 5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017FD2-BB62-B0B6-9608-E59A6B599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3530" y="643538"/>
            <a:ext cx="4566040" cy="3618586"/>
          </a:xfrm>
          <a:prstGeom prst="rect">
            <a:avLst/>
          </a:prstGeom>
          <a:noFill/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</a:t>
            </a:r>
            <a:r>
              <a:rPr lang="en-US" sz="3600" dirty="0">
                <a:solidFill>
                  <a:srgbClr val="FFFFFF"/>
                </a:solidFill>
              </a:rPr>
              <a:t> №</a:t>
            </a:r>
            <a:r>
              <a:rPr lang="en-US" sz="3600">
                <a:solidFill>
                  <a:srgbClr val="FFFFFF"/>
                </a:solidFill>
              </a:rPr>
              <a:t>1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черно-белый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233C7A-C8E8-EAAF-3D68-775566999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40558" y="643538"/>
            <a:ext cx="3911984" cy="3618586"/>
          </a:xfrm>
          <a:prstGeom prst="rect">
            <a:avLst/>
          </a:prstGeom>
          <a:noFill/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снимок экрана, Шрифт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7F8D8F-2180-CEC7-E0AD-61C5E7256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46359" y="643538"/>
            <a:ext cx="4100381" cy="3618586"/>
          </a:xfrm>
          <a:prstGeom prst="rect">
            <a:avLst/>
          </a:prstGeom>
          <a:noFill/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42DB5E-31DD-E5EA-0392-E594B7C0F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0055" y="643538"/>
            <a:ext cx="5812989" cy="3618586"/>
          </a:xfrm>
          <a:prstGeom prst="rect">
            <a:avLst/>
          </a:prstGeom>
          <a:noFill/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21B74F-693F-E42F-B469-671FA57CA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2004942"/>
            <a:ext cx="10916463" cy="2237874"/>
          </a:xfrm>
          <a:prstGeom prst="rect">
            <a:avLst/>
          </a:prstGeom>
          <a:noFill/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A1E7-A55C-1907-19F5-8842DADC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848CC-3B4B-4C3F-F03B-26AFB56A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17453B-78D9-CAC7-C892-FB85167FA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Шрифт,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955A96-45FF-463A-9864-965A40F1B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5734"/>
            <a:ext cx="13504526" cy="2146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118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6559-DEDE-B8E6-4293-914277C6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592CF-28B2-92B6-F600-FBD101A34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C4FC68-AE14-9508-6B4F-CD2D907D4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5F0FA7-296D-49A9-6E70-12102861A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393" y="2181727"/>
            <a:ext cx="4853214" cy="16435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1743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C6E01-807E-486B-0A16-B4A6F9B4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FDCF0-B9EA-D791-9AF3-DE7F7414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Объект 2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4C61DE-FF08-2A8E-1CAF-FB72E72B1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5202507" cy="3602736"/>
          </a:xfrm>
          <a:prstGeom prst="rect">
            <a:avLst/>
          </a:prstGeom>
          <a:noFill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95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D223D-0752-33A7-B2AD-62A42E62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8DAD2-8935-3633-DE66-898DC291C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801E99-523C-93D7-38B0-D2DBA5CC1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802997"/>
            <a:ext cx="10058400" cy="402336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3" name="Рисунок 2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1BEABF-8E9F-A799-3A39-E168BB2BA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827" y="3094672"/>
            <a:ext cx="3776345" cy="6686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1498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9F58E-A21C-1D76-32D5-16E6BD59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18739-F5EC-860F-8EA3-2F266960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Объект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8691DE-3378-429E-3534-256D5449C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6080567" cy="3602736"/>
          </a:xfrm>
          <a:prstGeom prst="rect">
            <a:avLst/>
          </a:prstGeom>
          <a:noFill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437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BCD67-0107-656B-22CA-499E4988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F5F44-6CD4-DEC6-83FF-FDBDBBB96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Picture" descr="Редактирование файла" title="fig:">
            <a:extLst>
              <a:ext uri="{FF2B5EF4-FFF2-40B4-BE49-F238E27FC236}">
                <a16:creationId xmlns:a16="http://schemas.microsoft.com/office/drawing/2014/main" id="{08ADCE84-C632-DE33-DBA1-FD3F795EA48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5457" y="640080"/>
            <a:ext cx="3503661" cy="3602736"/>
          </a:xfrm>
          <a:prstGeom prst="rect">
            <a:avLst/>
          </a:prstGeom>
          <a:noFill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731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В процессе выполнения данной лабораторной работы я приобрел навыки настройки сервера NFS для удалённого доступа к ресурсам.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</TotalTime>
  <Words>145</Words>
  <Application>Microsoft Office PowerPoint</Application>
  <PresentationFormat>Широкоэкранный</PresentationFormat>
  <Paragraphs>27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Ретро</vt:lpstr>
      <vt:lpstr>Лабораторная работа №13</vt:lpstr>
      <vt:lpstr>Цель</vt:lpstr>
      <vt:lpstr>Задания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№3</vt:lpstr>
      <vt:lpstr>Задание №3</vt:lpstr>
      <vt:lpstr>Задание №3</vt:lpstr>
      <vt:lpstr>Задание №4</vt:lpstr>
      <vt:lpstr>Задание №4</vt:lpstr>
      <vt:lpstr>Задание №5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2026-02-12T12:49:47Z</dcterms:modified>
</cp:coreProperties>
</file>