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71" r:id="rId12"/>
    <p:sldId id="270" r:id="rId13"/>
    <p:sldId id="27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918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17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252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086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952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814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3282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4190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69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871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070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49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94FB7-0D81-8028-4D4F-2658996967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Лабораторная работа №7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F30943-BDE7-0773-3069-C6EF15BA5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3068" y="4653155"/>
            <a:ext cx="6801612" cy="1239894"/>
          </a:xfrm>
        </p:spPr>
        <p:txBody>
          <a:bodyPr/>
          <a:lstStyle/>
          <a:p>
            <a:pPr algn="r"/>
            <a:r>
              <a:rPr lang="ru-RU" dirty="0"/>
              <a:t>Студент: Сахно</a:t>
            </a:r>
          </a:p>
          <a:p>
            <a:pPr algn="r"/>
            <a:r>
              <a:rPr lang="ru-RU" dirty="0"/>
              <a:t>Группа: нфибд-02-23</a:t>
            </a:r>
          </a:p>
        </p:txBody>
      </p:sp>
    </p:spTree>
    <p:extLst>
      <p:ext uri="{BB962C8B-B14F-4D97-AF65-F5344CB8AC3E}">
        <p14:creationId xmlns:p14="http://schemas.microsoft.com/office/powerpoint/2010/main" val="3236807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8D3AD-E653-E8F9-3AF6-3D2273D8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B806B-E27B-8C11-8391-857A41C6B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3269640"/>
            <a:ext cx="7729728" cy="3101983"/>
          </a:xfrm>
        </p:spPr>
        <p:txBody>
          <a:bodyPr/>
          <a:lstStyle/>
          <a:p>
            <a:r>
              <a:rPr lang="ru-RU" dirty="0"/>
              <a:t>Получить навыки настройки межсетевого экрана в Linux в части переадресации портов и настройки </a:t>
            </a:r>
            <a:r>
              <a:rPr lang="ru-RU" dirty="0" err="1"/>
              <a:t>Masquerading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806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015AFF-8544-7267-7FA0-291CE43EE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135205-CF8E-3D55-AEA3-19151361F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/>
              <a:t>Настроить межсетевой экран виртуальной машины </a:t>
            </a:r>
            <a:r>
              <a:rPr lang="ru-RU" dirty="0" err="1"/>
              <a:t>server</a:t>
            </a:r>
            <a:r>
              <a:rPr lang="ru-RU" dirty="0"/>
              <a:t> для доступа к серверу по протоколу SSH не через 22-й порт, а через порт 2022.</a:t>
            </a:r>
          </a:p>
          <a:p>
            <a:pPr lvl="0"/>
            <a:r>
              <a:rPr lang="ru-RU" dirty="0"/>
              <a:t>Настроить Port </a:t>
            </a:r>
            <a:r>
              <a:rPr lang="ru-RU" dirty="0" err="1"/>
              <a:t>Forwarding</a:t>
            </a:r>
            <a:r>
              <a:rPr lang="ru-RU" dirty="0"/>
              <a:t> на виртуальной машине </a:t>
            </a:r>
            <a:r>
              <a:rPr lang="ru-RU" dirty="0" err="1"/>
              <a:t>server</a:t>
            </a:r>
            <a:r>
              <a:rPr lang="ru-RU" dirty="0"/>
              <a:t>.</a:t>
            </a:r>
          </a:p>
          <a:p>
            <a:pPr lvl="0"/>
            <a:r>
              <a:rPr lang="ru-RU" dirty="0"/>
              <a:t>Настроить </a:t>
            </a:r>
            <a:r>
              <a:rPr lang="ru-RU" dirty="0" err="1"/>
              <a:t>маскарадинг</a:t>
            </a:r>
            <a:r>
              <a:rPr lang="ru-RU" dirty="0"/>
              <a:t> на виртуальной машине </a:t>
            </a:r>
            <a:r>
              <a:rPr lang="ru-RU" dirty="0" err="1"/>
              <a:t>server</a:t>
            </a:r>
            <a:r>
              <a:rPr lang="ru-RU" dirty="0"/>
              <a:t> для организации доступа клиента к сети Интернет.</a:t>
            </a:r>
          </a:p>
          <a:p>
            <a:pPr lvl="0"/>
            <a:r>
              <a:rPr lang="ru-RU" dirty="0"/>
              <a:t>Написать скрипт для </a:t>
            </a:r>
            <a:r>
              <a:rPr lang="ru-RU" dirty="0" err="1"/>
              <a:t>Vagrant</a:t>
            </a:r>
            <a:r>
              <a:rPr lang="ru-RU" dirty="0"/>
              <a:t>, фиксирующий действия по расширенной настройке межсетевого экрана. Соответствующим образом внести изменения в </a:t>
            </a:r>
            <a:r>
              <a:rPr lang="ru-RU" dirty="0" err="1"/>
              <a:t>Vagrantfile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8520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37BECA-E840-6617-E8A6-0F258CBDC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№1</a:t>
            </a:r>
          </a:p>
        </p:txBody>
      </p:sp>
      <p:pic>
        <p:nvPicPr>
          <p:cNvPr id="5" name="Picture" descr="Создание файла с собственным описанием" title="fig:">
            <a:extLst>
              <a:ext uri="{FF2B5EF4-FFF2-40B4-BE49-F238E27FC236}">
                <a16:creationId xmlns:a16="http://schemas.microsoft.com/office/drawing/2014/main" id="{83060CA7-54E5-2629-6DFF-0576D4054CD7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l="583" t="53128" r="-583" b="8402"/>
          <a:stretch/>
        </p:blipFill>
        <p:spPr bwMode="auto">
          <a:xfrm>
            <a:off x="635457" y="3035444"/>
            <a:ext cx="10916463" cy="1207371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723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8AF86C-F680-9FF1-098E-834E54A0F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№1</a:t>
            </a:r>
          </a:p>
        </p:txBody>
      </p:sp>
      <p:pic>
        <p:nvPicPr>
          <p:cNvPr id="6" name="Picture" descr="Отредактированный файл описания службы" title="fig:">
            <a:extLst>
              <a:ext uri="{FF2B5EF4-FFF2-40B4-BE49-F238E27FC236}">
                <a16:creationId xmlns:a16="http://schemas.microsoft.com/office/drawing/2014/main" id="{C7EB01FC-FDB8-DA8C-51DD-3C6363A078E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35457" y="1049752"/>
            <a:ext cx="10916463" cy="3193064"/>
          </a:xfrm>
          <a:prstGeom prst="rect">
            <a:avLst/>
          </a:prstGeom>
          <a:noFill/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744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90AA6468-80AC-4DDF-9CFB-C7A9507E2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6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88535E-2431-BF85-E4A6-C59C43DFC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80"/>
            <a:ext cx="3659246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Задание №1</a:t>
            </a:r>
          </a:p>
        </p:txBody>
      </p:sp>
      <p:pic>
        <p:nvPicPr>
          <p:cNvPr id="6" name="Объект 5" descr="Изображение выглядит как текст, снимок экрана, программное обеспечение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FC09AAB-9E18-5FEC-6885-B9D796A159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9" r="3711" b="-1"/>
          <a:stretch>
            <a:fillRect/>
          </a:stretch>
        </p:blipFill>
        <p:spPr bwMode="auto">
          <a:xfrm>
            <a:off x="4639733" y="10"/>
            <a:ext cx="7552266" cy="6857990"/>
          </a:xfrm>
          <a:prstGeom prst="rect">
            <a:avLst/>
          </a:prstGeom>
          <a:noFill/>
        </p:spPr>
      </p:pic>
      <p:sp>
        <p:nvSpPr>
          <p:cNvPr id="70" name="Rectangle 69">
            <a:extLst>
              <a:ext uri="{FF2B5EF4-FFF2-40B4-BE49-F238E27FC236}">
                <a16:creationId xmlns:a16="http://schemas.microsoft.com/office/drawing/2014/main" id="{4AB900CC-5074-4746-A1A4-AF640455B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475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7119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8D0DE514-8876-4D18-A995-61A5C1F81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9DA791C-FFCF-422E-8775-BDA6C0E5E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EF604-B7AC-3050-7B7D-98387F26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 №1</a:t>
            </a:r>
          </a:p>
        </p:txBody>
      </p:sp>
      <p:pic>
        <p:nvPicPr>
          <p:cNvPr id="6" name="Picture" descr="Список FirewallD служб и добавление новой службы в FirewallD" title="fig:">
            <a:extLst>
              <a:ext uri="{FF2B5EF4-FFF2-40B4-BE49-F238E27FC236}">
                <a16:creationId xmlns:a16="http://schemas.microsoft.com/office/drawing/2014/main" id="{0BC2C84C-CAEC-33C3-ED0C-E575C6ABCF2A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t="11073" b="23661"/>
          <a:stretch/>
        </p:blipFill>
        <p:spPr bwMode="auto">
          <a:xfrm>
            <a:off x="633999" y="714801"/>
            <a:ext cx="10925102" cy="3476060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0DCF8855-3530-4F46-A4CB-3B6686EEE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278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8D0DE514-8876-4D18-A995-61A5C1F81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9DA791C-FFCF-422E-8775-BDA6C0E5E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A8C970-07E5-5256-49FB-35E013040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</a:t>
            </a:r>
            <a:r>
              <a:rPr lang="en-US" sz="3600" dirty="0">
                <a:solidFill>
                  <a:srgbClr val="FFFFFF"/>
                </a:solidFill>
              </a:rPr>
              <a:t> №</a:t>
            </a:r>
            <a:r>
              <a:rPr lang="en-US" sz="3600">
                <a:solidFill>
                  <a:srgbClr val="FFFFFF"/>
                </a:solidFill>
              </a:rPr>
              <a:t>1</a:t>
            </a:r>
            <a:endParaRPr lang="en-US" sz="3600" dirty="0">
              <a:solidFill>
                <a:srgbClr val="FFFFFF"/>
              </a:solidFill>
            </a:endParaRPr>
          </a:p>
        </p:txBody>
      </p:sp>
      <p:pic>
        <p:nvPicPr>
          <p:cNvPr id="5" name="Picture" descr="Проверка активации перенаправления IPv4-пакетов" title="fig:">
            <a:extLst>
              <a:ext uri="{FF2B5EF4-FFF2-40B4-BE49-F238E27FC236}">
                <a16:creationId xmlns:a16="http://schemas.microsoft.com/office/drawing/2014/main" id="{4D0DA182-45DA-4CB1-5BF2-92AC143A29E2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t="3660"/>
          <a:stretch/>
        </p:blipFill>
        <p:spPr bwMode="auto">
          <a:xfrm>
            <a:off x="4044060" y="643538"/>
            <a:ext cx="4104979" cy="3618586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0DCF8855-3530-4F46-A4CB-3B6686EEE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476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8D0DE514-8876-4D18-A995-61A5C1F81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9DA791C-FFCF-422E-8775-BDA6C0E5E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 №2</a:t>
            </a:r>
          </a:p>
        </p:txBody>
      </p:sp>
      <p:pic>
        <p:nvPicPr>
          <p:cNvPr id="6" name="Объект 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AC0B829-CB38-7E9A-F183-56AEDA084C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999" y="786753"/>
            <a:ext cx="10925102" cy="3332155"/>
          </a:xfrm>
          <a:prstGeom prst="rect">
            <a:avLst/>
          </a:prstGeom>
          <a:noFill/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0DCF8855-3530-4F46-A4CB-3B6686EEE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358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8D0DE514-8876-4D18-A995-61A5C1F81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9DA791C-FFCF-422E-8775-BDA6C0E5E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 №2</a:t>
            </a:r>
          </a:p>
        </p:txBody>
      </p:sp>
      <p:pic>
        <p:nvPicPr>
          <p:cNvPr id="6" name="Picture" descr="Проверка доступности выхода в Интернет" title="fig:">
            <a:extLst>
              <a:ext uri="{FF2B5EF4-FFF2-40B4-BE49-F238E27FC236}">
                <a16:creationId xmlns:a16="http://schemas.microsoft.com/office/drawing/2014/main" id="{A2BF19CB-DA3A-D995-FCBE-1FAE7F4845E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908369" y="643538"/>
            <a:ext cx="6376362" cy="3618586"/>
          </a:xfrm>
          <a:prstGeom prst="rect">
            <a:avLst/>
          </a:prstGeom>
          <a:noFill/>
        </p:spPr>
      </p:pic>
      <p:sp>
        <p:nvSpPr>
          <p:cNvPr id="85" name="Rectangle 84">
            <a:extLst>
              <a:ext uri="{FF2B5EF4-FFF2-40B4-BE49-F238E27FC236}">
                <a16:creationId xmlns:a16="http://schemas.microsoft.com/office/drawing/2014/main" id="{0DCF8855-3530-4F46-A4CB-3B6686EEE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48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665873-4ED7-C3CB-7B2E-189B682C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8D0DE514-8876-4D18-A995-61A5C1F81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9DA791C-FFCF-422E-8775-BDA6C0E5E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A87105-2FFA-B360-7EE4-2A3BBCC11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 №2</a:t>
            </a:r>
          </a:p>
        </p:txBody>
      </p:sp>
      <p:pic>
        <p:nvPicPr>
          <p:cNvPr id="6" name="Picture" descr="Внесения изменений в настройки внутреннего окружения" title="fig:">
            <a:extLst>
              <a:ext uri="{FF2B5EF4-FFF2-40B4-BE49-F238E27FC236}">
                <a16:creationId xmlns:a16="http://schemas.microsoft.com/office/drawing/2014/main" id="{04B877CD-231D-C616-7EFB-FCCAAF4112CC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l="30467"/>
          <a:stretch/>
        </p:blipFill>
        <p:spPr bwMode="auto">
          <a:xfrm>
            <a:off x="633999" y="744141"/>
            <a:ext cx="10925102" cy="3417380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0DCF8855-3530-4F46-A4CB-3B6686EEE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5806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CBDD444F-82F6-08DE-7FAA-932B40C1C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ru-RU" dirty="0"/>
              <a:t>1.	Где хранятся пользовательские файлы </a:t>
            </a:r>
            <a:r>
              <a:rPr lang="ru-RU" dirty="0" err="1"/>
              <a:t>firewalld</a:t>
            </a:r>
            <a:r>
              <a:rPr lang="ru-RU" dirty="0"/>
              <a:t>?</a:t>
            </a:r>
          </a:p>
          <a:p>
            <a:pPr lvl="0"/>
            <a:r>
              <a:rPr lang="ru-RU" dirty="0"/>
              <a:t>/</a:t>
            </a:r>
            <a:r>
              <a:rPr lang="ru-RU" dirty="0" err="1"/>
              <a:t>usr</a:t>
            </a:r>
            <a:r>
              <a:rPr lang="ru-RU" dirty="0"/>
              <a:t>/</a:t>
            </a:r>
            <a:r>
              <a:rPr lang="ru-RU" dirty="0" err="1"/>
              <a:t>lib</a:t>
            </a:r>
            <a:r>
              <a:rPr lang="ru-RU" dirty="0"/>
              <a:t>/</a:t>
            </a:r>
            <a:r>
              <a:rPr lang="ru-RU" dirty="0" err="1"/>
              <a:t>firewalld</a:t>
            </a:r>
            <a:r>
              <a:rPr lang="ru-RU" dirty="0"/>
              <a:t>/</a:t>
            </a:r>
            <a:r>
              <a:rPr lang="ru-RU" dirty="0" err="1"/>
              <a:t>services</a:t>
            </a:r>
            <a:endParaRPr lang="ru-RU" dirty="0"/>
          </a:p>
          <a:p>
            <a:pPr lvl="0"/>
            <a:r>
              <a:rPr lang="ru-RU" dirty="0"/>
              <a:t>2.	Какую строку надо включить в пользовательский файл службы, чтобы указать порт TCP 2022?</a:t>
            </a:r>
          </a:p>
          <a:p>
            <a:pPr lvl="0"/>
            <a:r>
              <a:rPr lang="ru-RU" dirty="0"/>
              <a:t>&lt;</a:t>
            </a:r>
            <a:r>
              <a:rPr lang="ru-RU" dirty="0" err="1"/>
              <a:t>port</a:t>
            </a:r>
            <a:r>
              <a:rPr lang="ru-RU" dirty="0"/>
              <a:t> </a:t>
            </a:r>
            <a:r>
              <a:rPr lang="ru-RU" dirty="0" err="1"/>
              <a:t>protocol</a:t>
            </a:r>
            <a:r>
              <a:rPr lang="ru-RU" dirty="0"/>
              <a:t>="</a:t>
            </a:r>
            <a:r>
              <a:rPr lang="ru-RU" dirty="0" err="1"/>
              <a:t>tcp</a:t>
            </a:r>
            <a:r>
              <a:rPr lang="ru-RU" dirty="0"/>
              <a:t>" </a:t>
            </a:r>
            <a:r>
              <a:rPr lang="ru-RU" dirty="0" err="1"/>
              <a:t>port</a:t>
            </a:r>
            <a:r>
              <a:rPr lang="ru-RU" dirty="0"/>
              <a:t>="2022"/&gt;</a:t>
            </a:r>
          </a:p>
          <a:p>
            <a:pPr lvl="0"/>
            <a:r>
              <a:rPr lang="ru-RU" dirty="0"/>
              <a:t>3.	Какая команда позволяет вам перечислить все службы, доступные в настоящее время на вашем сервере?</a:t>
            </a:r>
          </a:p>
          <a:p>
            <a:pPr lvl="0"/>
            <a:r>
              <a:rPr lang="ru-RU" dirty="0" err="1"/>
              <a:t>firewall-cmd</a:t>
            </a:r>
            <a:r>
              <a:rPr lang="ru-RU" dirty="0"/>
              <a:t> --</a:t>
            </a:r>
            <a:r>
              <a:rPr lang="ru-RU" dirty="0" err="1"/>
              <a:t>get-services</a:t>
            </a:r>
            <a:endParaRPr lang="ru-RU" dirty="0"/>
          </a:p>
          <a:p>
            <a:pPr lvl="0"/>
            <a:r>
              <a:rPr lang="ru-RU" dirty="0"/>
              <a:t>4.	В чем разница между трансляцией сетевых адресов (NAT) и </a:t>
            </a:r>
            <a:r>
              <a:rPr lang="ru-RU" dirty="0" err="1"/>
              <a:t>маскарадингом</a:t>
            </a:r>
            <a:r>
              <a:rPr lang="ru-RU" dirty="0"/>
              <a:t> (</a:t>
            </a:r>
            <a:r>
              <a:rPr lang="ru-RU" dirty="0" err="1"/>
              <a:t>masquerading</a:t>
            </a:r>
            <a:r>
              <a:rPr lang="ru-RU" dirty="0"/>
              <a:t>)?</a:t>
            </a:r>
          </a:p>
          <a:p>
            <a:pPr lvl="0"/>
            <a:r>
              <a:rPr lang="ru-RU" dirty="0"/>
              <a:t>При </a:t>
            </a:r>
            <a:r>
              <a:rPr lang="ru-RU" dirty="0" err="1"/>
              <a:t>маскарадинге</a:t>
            </a:r>
            <a:r>
              <a:rPr lang="ru-RU" dirty="0"/>
              <a:t> вместо адреса отправителя(как делается это в NAT) динамически подставляется адрес назначенного интерфейса (сетевой адрес + порт).</a:t>
            </a:r>
          </a:p>
          <a:p>
            <a:pPr lvl="0"/>
            <a:r>
              <a:rPr lang="ru-RU" dirty="0"/>
              <a:t>5.	Какая команда разрешает входящий трафик на порт 4404 и перенаправляет его в службу </a:t>
            </a:r>
            <a:r>
              <a:rPr lang="ru-RU" dirty="0" err="1"/>
              <a:t>ssh</a:t>
            </a:r>
            <a:r>
              <a:rPr lang="ru-RU" dirty="0"/>
              <a:t> по IP-адресу 10.0.0.10?</a:t>
            </a:r>
          </a:p>
          <a:p>
            <a:pPr lvl="0"/>
            <a:r>
              <a:rPr lang="ru-RU" dirty="0" err="1"/>
              <a:t>sudo</a:t>
            </a:r>
            <a:r>
              <a:rPr lang="ru-RU" dirty="0"/>
              <a:t> </a:t>
            </a:r>
            <a:r>
              <a:rPr lang="ru-RU" dirty="0" err="1"/>
              <a:t>firewall-cmd</a:t>
            </a:r>
            <a:r>
              <a:rPr lang="ru-RU" dirty="0"/>
              <a:t> --</a:t>
            </a:r>
            <a:r>
              <a:rPr lang="ru-RU" dirty="0" err="1"/>
              <a:t>add-forward-port</a:t>
            </a:r>
            <a:r>
              <a:rPr lang="ru-RU" dirty="0"/>
              <a:t>=</a:t>
            </a:r>
            <a:r>
              <a:rPr lang="ru-RU" dirty="0" err="1"/>
              <a:t>port</a:t>
            </a:r>
            <a:r>
              <a:rPr lang="ru-RU" dirty="0"/>
              <a:t>=4404:proto=</a:t>
            </a:r>
            <a:r>
              <a:rPr lang="ru-RU" dirty="0" err="1"/>
              <a:t>tcp:toport</a:t>
            </a:r>
            <a:r>
              <a:rPr lang="ru-RU" dirty="0"/>
              <a:t>=22:toaddr=10.0.0.10</a:t>
            </a:r>
          </a:p>
          <a:p>
            <a:pPr lvl="0"/>
            <a:r>
              <a:rPr lang="ru-RU" dirty="0"/>
              <a:t>6.	Какая команда используется для включения </a:t>
            </a:r>
            <a:r>
              <a:rPr lang="ru-RU" dirty="0" err="1"/>
              <a:t>маcкарадинга</a:t>
            </a:r>
            <a:r>
              <a:rPr lang="ru-RU" dirty="0"/>
              <a:t> IP-пакетов для всех пакетов, выходящих в зону </a:t>
            </a:r>
            <a:r>
              <a:rPr lang="ru-RU" dirty="0" err="1"/>
              <a:t>public</a:t>
            </a:r>
            <a:r>
              <a:rPr lang="ru-RU" dirty="0"/>
              <a:t>?</a:t>
            </a:r>
          </a:p>
          <a:p>
            <a:pPr lvl="0"/>
            <a:r>
              <a:rPr lang="ru-RU" dirty="0" err="1"/>
              <a:t>firewall-cmd</a:t>
            </a:r>
            <a:r>
              <a:rPr lang="ru-RU" dirty="0"/>
              <a:t> --</a:t>
            </a:r>
            <a:r>
              <a:rPr lang="ru-RU" dirty="0" err="1"/>
              <a:t>zone</a:t>
            </a:r>
            <a:r>
              <a:rPr lang="ru-RU" dirty="0"/>
              <a:t>=</a:t>
            </a:r>
            <a:r>
              <a:rPr lang="ru-RU" dirty="0" err="1"/>
              <a:t>public</a:t>
            </a:r>
            <a:r>
              <a:rPr lang="ru-RU" dirty="0"/>
              <a:t> --</a:t>
            </a:r>
            <a:r>
              <a:rPr lang="ru-RU" dirty="0" err="1"/>
              <a:t>add-masquerade</a:t>
            </a:r>
            <a:r>
              <a:rPr lang="ru-RU" dirty="0"/>
              <a:t> --</a:t>
            </a:r>
            <a:r>
              <a:rPr lang="ru-RU" dirty="0" err="1"/>
              <a:t>permanent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26B7652-2B72-FEF3-EF69-D61B8A380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Контрольные вопросы</a:t>
            </a:r>
          </a:p>
        </p:txBody>
      </p:sp>
    </p:spTree>
    <p:extLst>
      <p:ext uri="{BB962C8B-B14F-4D97-AF65-F5344CB8AC3E}">
        <p14:creationId xmlns:p14="http://schemas.microsoft.com/office/powerpoint/2010/main" val="585969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0F8ED-0768-A418-5C5D-61B0ACEA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450968C4-A5C3-3899-618C-EC74F3343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процессе выполнения данной лабораторной работы я получил навыки настройки межсетевого экрана в Linux в части переадресации портов и настройки </a:t>
            </a:r>
            <a:r>
              <a:rPr lang="ru-RU" dirty="0" err="1"/>
              <a:t>Masquerading</a:t>
            </a:r>
            <a:r>
              <a:rPr lang="ru-RU" dirty="0"/>
              <a:t>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D78F1C0-009A-B8EB-5099-A8B167000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Вывод:</a:t>
            </a:r>
          </a:p>
        </p:txBody>
      </p:sp>
    </p:spTree>
    <p:extLst>
      <p:ext uri="{BB962C8B-B14F-4D97-AF65-F5344CB8AC3E}">
        <p14:creationId xmlns:p14="http://schemas.microsoft.com/office/powerpoint/2010/main" val="2558702166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65</TotalTime>
  <Words>319</Words>
  <Application>Microsoft Office PowerPoint</Application>
  <PresentationFormat>Широкоэкранный</PresentationFormat>
  <Paragraphs>33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Calibri</vt:lpstr>
      <vt:lpstr>Calibri Light</vt:lpstr>
      <vt:lpstr>Ретро</vt:lpstr>
      <vt:lpstr>Лабораторная работа №7</vt:lpstr>
      <vt:lpstr>Цель</vt:lpstr>
      <vt:lpstr>Задания</vt:lpstr>
      <vt:lpstr>Задание №1</vt:lpstr>
      <vt:lpstr>Задание №1</vt:lpstr>
      <vt:lpstr>Задание №1</vt:lpstr>
      <vt:lpstr>Задание №1</vt:lpstr>
      <vt:lpstr>Задание №1</vt:lpstr>
      <vt:lpstr>Задание №2</vt:lpstr>
      <vt:lpstr>Задание №2</vt:lpstr>
      <vt:lpstr>Задание №2</vt:lpstr>
      <vt:lpstr>Контрольные вопросы</vt:lpstr>
      <vt:lpstr>Вывод: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№6</dc:title>
  <dc:creator>Беличева Дарья Михайловна</dc:creator>
  <cp:lastModifiedBy>Никита Сахно</cp:lastModifiedBy>
  <cp:revision>24</cp:revision>
  <dcterms:created xsi:type="dcterms:W3CDTF">2023-10-14T19:58:32Z</dcterms:created>
  <dcterms:modified xsi:type="dcterms:W3CDTF">2026-02-12T07:40:24Z</dcterms:modified>
</cp:coreProperties>
</file>