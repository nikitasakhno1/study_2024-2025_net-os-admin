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0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установке и базовому конфигурированию HTTP-сервера Apache.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необходимые для работы HTTP-сервера пакеты.</a:t>
            </a:r>
          </a:p>
          <a:p>
            <a:pPr lvl="0"/>
            <a:r>
              <a:rPr lang="ru-RU" dirty="0"/>
              <a:t>Запустить HTTP-сервер с базовой конфигурацией и проанализируйте его работу.</a:t>
            </a:r>
          </a:p>
          <a:p>
            <a:pPr lvl="0"/>
            <a:r>
              <a:rPr lang="ru-RU" dirty="0"/>
              <a:t>Настроить виртуальный хостинг.</a:t>
            </a:r>
          </a:p>
          <a:p>
            <a:pPr lvl="0"/>
            <a:r>
              <a:rPr lang="ru-RU" dirty="0"/>
              <a:t>Написать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и настройке </a:t>
            </a:r>
            <a:r>
              <a:rPr lang="ru-RU" dirty="0" err="1"/>
              <a:t>HTTPсервера</a:t>
            </a:r>
            <a:r>
              <a:rPr lang="ru-RU" dirty="0"/>
              <a:t>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 Соответствующим образом внесите изменения в </a:t>
            </a:r>
            <a:r>
              <a:rPr lang="ru-RU" dirty="0" err="1"/>
              <a:t>Vagrantfile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Вывод списка групп" title="fig:">
            <a:extLst>
              <a:ext uri="{FF2B5EF4-FFF2-40B4-BE49-F238E27FC236}">
                <a16:creationId xmlns:a16="http://schemas.microsoft.com/office/drawing/2014/main" id="{D1B30309-4E94-7FC9-B8B6-D920393820A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0914" b="-1"/>
          <a:stretch/>
        </p:blipFill>
        <p:spPr bwMode="auto">
          <a:xfrm>
            <a:off x="633999" y="1350583"/>
            <a:ext cx="6912217" cy="3633152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" descr="Установка веб-сервера" title="fig:">
            <a:extLst>
              <a:ext uri="{FF2B5EF4-FFF2-40B4-BE49-F238E27FC236}">
                <a16:creationId xmlns:a16="http://schemas.microsoft.com/office/drawing/2014/main" id="{815DB744-2E2D-F35B-5795-0737F7FF39A7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6793" b="6510"/>
          <a:stretch>
            <a:fillRect/>
          </a:stretch>
        </p:blipFill>
        <p:spPr bwMode="auto">
          <a:xfrm>
            <a:off x="-32" y="10"/>
            <a:ext cx="12192031" cy="491506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76D919A-FC3E-4B4E-BAF0-ED6CFB8D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66ACBD-1C82-4782-AA7C-05504DD7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Команда firewall" title="fig:">
            <a:extLst>
              <a:ext uri="{FF2B5EF4-FFF2-40B4-BE49-F238E27FC236}">
                <a16:creationId xmlns:a16="http://schemas.microsoft.com/office/drawing/2014/main" id="{5E242215-F161-AA8B-743F-F183F6A324D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2733" b="17996"/>
          <a:stretch/>
        </p:blipFill>
        <p:spPr bwMode="auto">
          <a:xfrm>
            <a:off x="633999" y="2041941"/>
            <a:ext cx="6912217" cy="22504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" descr="Расширенный лог системных сообщений" title="fig:">
            <a:extLst>
              <a:ext uri="{FF2B5EF4-FFF2-40B4-BE49-F238E27FC236}">
                <a16:creationId xmlns:a16="http://schemas.microsoft.com/office/drawing/2014/main" id="{2DC61D75-1846-0581-DBC0-10B87C66016D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5907" b="71822"/>
          <a:stretch>
            <a:fillRect/>
          </a:stretch>
        </p:blipFill>
        <p:spPr bwMode="auto">
          <a:xfrm>
            <a:off x="633999" y="3025428"/>
            <a:ext cx="6275667" cy="807143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Задание №2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3" name="Picture" descr="Тестовая страница" title="fig:">
            <a:extLst>
              <a:ext uri="{FF2B5EF4-FFF2-40B4-BE49-F238E27FC236}">
                <a16:creationId xmlns:a16="http://schemas.microsoft.com/office/drawing/2014/main" id="{A74DA6DB-8F4C-DFF0-D8AB-EC117C2BDA4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60615" y="640081"/>
            <a:ext cx="6458984" cy="5054156"/>
          </a:xfrm>
          <a:prstGeom prst="rect">
            <a:avLst/>
          </a:prstGeom>
          <a:noFill/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1B47C8-47A0-4A88-8830-6DEA3B5D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" descr="Файл прямой зоны" title="fig:">
            <a:extLst>
              <a:ext uri="{FF2B5EF4-FFF2-40B4-BE49-F238E27FC236}">
                <a16:creationId xmlns:a16="http://schemas.microsoft.com/office/drawing/2014/main" id="{78BE2682-C473-9A52-215D-AA00014C7D77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59917" b="1"/>
          <a:stretch/>
        </p:blipFill>
        <p:spPr bwMode="auto">
          <a:xfrm>
            <a:off x="633999" y="2771848"/>
            <a:ext cx="6275667" cy="1314304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84BBFDD-E720-4805-A9C8-129FBBF6D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Задание №2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C4BE46-4A77-42FE-9D15-065CDB2F8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9" name="Picture" descr="Удаление файлов журналов DNS" title="fig:">
            <a:extLst>
              <a:ext uri="{FF2B5EF4-FFF2-40B4-BE49-F238E27FC236}">
                <a16:creationId xmlns:a16="http://schemas.microsoft.com/office/drawing/2014/main" id="{83CBD70E-C255-69DE-2C61-F92E1AF216C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3807" t="53111"/>
          <a:stretch/>
        </p:blipFill>
        <p:spPr bwMode="auto">
          <a:xfrm>
            <a:off x="633999" y="1667638"/>
            <a:ext cx="6912217" cy="2999041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Задание №2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F0D622-ABA0-5C75-AD44-E38C5D30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F7C13143-5ECF-4AFF-9484-C03B3090EBE3}"/>
              </a:ext>
            </a:extLst>
          </p:cNvPr>
          <p:cNvPicPr/>
          <p:nvPr/>
        </p:nvPicPr>
        <p:blipFill rotWithShape="1">
          <a:blip r:embed="rId2"/>
          <a:srcRect l="57582"/>
          <a:stretch/>
        </p:blipFill>
        <p:spPr bwMode="auto">
          <a:xfrm>
            <a:off x="4278412" y="3062871"/>
            <a:ext cx="4432451" cy="21026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Через какой порт по умолчанию работает Apache?</a:t>
            </a:r>
          </a:p>
          <a:p>
            <a:pPr lvl="0"/>
            <a:r>
              <a:rPr lang="ru-RU" dirty="0"/>
              <a:t>Под каким пользователем запускается Apache и к какой группе относится этот пользователь?</a:t>
            </a:r>
          </a:p>
          <a:p>
            <a:pPr lvl="0"/>
            <a:r>
              <a:rPr lang="ru-RU" dirty="0"/>
              <a:t>Где располагаются лог-файлы веб-сервера? Что можно по ним отслеживать?</a:t>
            </a:r>
          </a:p>
          <a:p>
            <a:pPr lvl="0"/>
            <a:r>
              <a:rPr lang="ru-RU" dirty="0"/>
              <a:t>Где по умолчанию содержится контент веб-серверов?</a:t>
            </a:r>
          </a:p>
          <a:p>
            <a:pPr lvl="0"/>
            <a:r>
              <a:rPr lang="ru-RU" dirty="0"/>
              <a:t>Каким образом реализуется виртуальный хостинг? Что он даёт?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6B7652-2B72-FEF3-EF69-D61B8A38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Выводы</a:t>
            </a:r>
          </a:p>
          <a:p>
            <a:r>
              <a:rPr lang="ru-RU" dirty="0"/>
              <a:t>В процессе выполнения лабораторной работы я приобрел </a:t>
            </a:r>
            <a:r>
              <a:rPr lang="ru-RU" dirty="0" err="1"/>
              <a:t>пра</a:t>
            </a:r>
            <a:r>
              <a:rPr lang="ru-RU" dirty="0"/>
              <a:t> </a:t>
            </a:r>
            <a:r>
              <a:rPr lang="ru-RU" dirty="0" err="1"/>
              <a:t>ктические</a:t>
            </a:r>
            <a:r>
              <a:rPr lang="ru-RU"/>
              <a:t> навыки по установке и базовому конфигурированию HTTP-сервера Apache.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</TotalTime>
  <Words>161</Words>
  <Application>Microsoft Office PowerPoint</Application>
  <PresentationFormat>Широкоэкранный</PresentationFormat>
  <Paragraphs>25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Ретро</vt:lpstr>
      <vt:lpstr>Лабораторная работа №4</vt:lpstr>
      <vt:lpstr>Цель</vt:lpstr>
      <vt:lpstr>Задания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22</cp:revision>
  <dcterms:created xsi:type="dcterms:W3CDTF">2023-10-14T19:58:32Z</dcterms:created>
  <dcterms:modified xsi:type="dcterms:W3CDTF">2026-02-10T09:10:33Z</dcterms:modified>
</cp:coreProperties>
</file>