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навыки настройки доступа групп пользователей к общим ресурсам по протоколу SMB.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Установите и настройте сервер </a:t>
            </a:r>
            <a:r>
              <a:rPr lang="ru-RU" dirty="0" err="1"/>
              <a:t>Samba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Настройте на клиенте доступ к разделяемым ресурсам.</a:t>
            </a:r>
          </a:p>
          <a:p>
            <a:pPr lvl="0"/>
            <a:r>
              <a:rPr lang="ru-RU" dirty="0"/>
              <a:t>Напишите скрипты для </a:t>
            </a:r>
            <a:r>
              <a:rPr lang="ru-RU" dirty="0" err="1"/>
              <a:t>Vagrant</a:t>
            </a:r>
            <a:r>
              <a:rPr lang="ru-RU" dirty="0"/>
              <a:t>, фиксирующие действия по установке и настройке сервера </a:t>
            </a:r>
            <a:r>
              <a:rPr lang="ru-RU" dirty="0" err="1"/>
              <a:t>Samba</a:t>
            </a:r>
            <a:r>
              <a:rPr lang="ru-RU" dirty="0"/>
              <a:t> для доступа к разделяемым ресурсам во внутреннем окружении виртуальных машин </a:t>
            </a:r>
            <a:r>
              <a:rPr lang="ru-RU" dirty="0" err="1"/>
              <a:t>server</a:t>
            </a:r>
            <a:r>
              <a:rPr lang="ru-RU" dirty="0"/>
              <a:t> и </a:t>
            </a:r>
            <a:r>
              <a:rPr lang="ru-RU" dirty="0" err="1"/>
              <a:t>client</a:t>
            </a:r>
            <a:r>
              <a:rPr lang="ru-RU" dirty="0"/>
              <a:t>. Соответствующим образом необходимо внести изменения в </a:t>
            </a:r>
            <a:r>
              <a:rPr lang="ru-RU" dirty="0" err="1"/>
              <a:t>Vagrantfile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0" name="Rectangle 6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Picture" descr="Установка пакетов" title="fig:">
            <a:extLst>
              <a:ext uri="{FF2B5EF4-FFF2-40B4-BE49-F238E27FC236}">
                <a16:creationId xmlns:a16="http://schemas.microsoft.com/office/drawing/2014/main" id="{F4D0B59E-4F98-A2AE-8FE5-D4F8FB097B6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21492"/>
          <a:stretch/>
        </p:blipFill>
        <p:spPr bwMode="auto">
          <a:xfrm>
            <a:off x="635457" y="1778852"/>
            <a:ext cx="10916463" cy="2463963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1" name="Rectangle 7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404784-A156-9F55-D508-15ACA957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964F49-F513-E7ED-9CC4-5D0CEB9D9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327" y="2817706"/>
            <a:ext cx="6333907" cy="1208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15DDDB-56EE-9391-BA13-3D2C212EA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3296503" cy="3602736"/>
          </a:xfrm>
          <a:prstGeom prst="rect">
            <a:avLst/>
          </a:prstGeom>
          <a:noFill/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9" name="Объект 8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E07369-2775-B6AF-B6B9-0E4AEFB3E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6238504" cy="3602736"/>
          </a:xfrm>
          <a:prstGeom prst="rect">
            <a:avLst/>
          </a:prstGeom>
          <a:noFill/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Picture" descr="Подключение к серверу с помощью smbclient" title="fig:">
            <a:extLst>
              <a:ext uri="{FF2B5EF4-FFF2-40B4-BE49-F238E27FC236}">
                <a16:creationId xmlns:a16="http://schemas.microsoft.com/office/drawing/2014/main" id="{DD776354-14DC-63D0-996E-334A6976232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21882" b="10704"/>
          <a:stretch/>
        </p:blipFill>
        <p:spPr bwMode="auto">
          <a:xfrm>
            <a:off x="635457" y="1575096"/>
            <a:ext cx="10916463" cy="2667719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0AC527-C98E-5029-42DE-5243398C8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858712"/>
            <a:ext cx="10916463" cy="3384103"/>
          </a:xfrm>
          <a:prstGeom prst="rect">
            <a:avLst/>
          </a:prstGeom>
          <a:noFill/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E98A41-6369-5F13-711F-6547ED86C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3873909" cy="3602736"/>
          </a:xfrm>
          <a:prstGeom prst="rect">
            <a:avLst/>
          </a:prstGeom>
          <a:noFill/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Установка пакетов" title="fig:">
            <a:extLst>
              <a:ext uri="{FF2B5EF4-FFF2-40B4-BE49-F238E27FC236}">
                <a16:creationId xmlns:a16="http://schemas.microsoft.com/office/drawing/2014/main" id="{3F0B736C-0BF8-2879-130A-EC1958BDB4E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4982" b="5428"/>
          <a:stretch/>
        </p:blipFill>
        <p:spPr bwMode="auto">
          <a:xfrm>
            <a:off x="635457" y="680568"/>
            <a:ext cx="10916463" cy="3562247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9F106-D515-6AB1-4E1C-1C7256E39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29A5B-B3CC-573B-F929-12F29E94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A219CE-C7E6-AB0A-6F7E-2924992F1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1622864"/>
            <a:ext cx="10916463" cy="2619952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78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9F2E9-2974-7AEA-36B1-9AF1CEA8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1CC47-E4FA-23BF-10C9-670E4107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Picture" descr="Редактирование файла" title="fig:">
            <a:extLst>
              <a:ext uri="{FF2B5EF4-FFF2-40B4-BE49-F238E27FC236}">
                <a16:creationId xmlns:a16="http://schemas.microsoft.com/office/drawing/2014/main" id="{8BE8088E-999F-008D-065B-A56819F91435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53822"/>
          <a:stretch/>
        </p:blipFill>
        <p:spPr bwMode="auto">
          <a:xfrm>
            <a:off x="635457" y="1016576"/>
            <a:ext cx="10916463" cy="322624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568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FACC7-9F05-CAE7-08BA-8CB0F7A2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BD6769-4E0A-8FBE-765E-B4BF9E17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Picture" descr="Проверка наличия общего доступа" title="fig:">
            <a:extLst>
              <a:ext uri="{FF2B5EF4-FFF2-40B4-BE49-F238E27FC236}">
                <a16:creationId xmlns:a16="http://schemas.microsoft.com/office/drawing/2014/main" id="{F94F0B29-641A-9237-E81E-B9CD06B0286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26851" b="13908"/>
          <a:stretch/>
        </p:blipFill>
        <p:spPr bwMode="auto">
          <a:xfrm>
            <a:off x="635457" y="1995526"/>
            <a:ext cx="10916463" cy="2247289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568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6978-F781-7E83-54A5-D6C14395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890A2-9B67-B91E-5C9E-F9C88878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EF566F-DFA6-DA2B-BE1C-3E699B832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E2A6AC-4F2B-29BF-A3C0-637CF4B32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86" y="2416055"/>
            <a:ext cx="11430588" cy="13390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418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0D641-5A01-8EBF-41FB-6EE8A058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58F41-FF9E-3FCC-030F-F74660271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65E0EB-7030-DE2C-4727-84E4ACBDE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9756" y="640081"/>
            <a:ext cx="6060702" cy="505415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077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193A2-3F01-9D98-3014-7FECD6FC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C2038-99EB-79D4-D3C0-55381A10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№3</a:t>
            </a:r>
          </a:p>
        </p:txBody>
      </p:sp>
      <p:pic>
        <p:nvPicPr>
          <p:cNvPr id="5" name="Picture" descr="Редактирование файла" title="fig:">
            <a:extLst>
              <a:ext uri="{FF2B5EF4-FFF2-40B4-BE49-F238E27FC236}">
                <a16:creationId xmlns:a16="http://schemas.microsoft.com/office/drawing/2014/main" id="{860FFF57-DC4B-0D5E-7DE9-A667F78401C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3844"/>
          <a:stretch/>
        </p:blipFill>
        <p:spPr bwMode="auto">
          <a:xfrm>
            <a:off x="1765593" y="640081"/>
            <a:ext cx="4649028" cy="505415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619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В процессе выполнения данной работы я приобрел практические навыки настройки доступа групп пользователей к общим ресурсам по протоколу SMB.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</TotalTime>
  <Words>138</Words>
  <Application>Microsoft Office PowerPoint</Application>
  <PresentationFormat>Широкоэкранный</PresentationFormat>
  <Paragraphs>25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Ретро</vt:lpstr>
      <vt:lpstr>Лабораторная работа №14</vt:lpstr>
      <vt:lpstr>Цель</vt:lpstr>
      <vt:lpstr>Задания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№3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2026-02-12T13:27:53Z</dcterms:modified>
</cp:coreProperties>
</file>